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7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690E5-1BB6-4EAC-BAF4-A324FDD4BE5C}" v="6" dt="2026-09-01T14:50:57.001"/>
    <p1510:client id="{7FE1FAB8-D2AE-44A2-AFD4-416B2D68FFC8}" v="2" dt="2026-09-01T15:20:43.645"/>
    <p1510:client id="{FF19BA53-ACF6-424E-AE7F-A010B3210167}" v="58" dt="2026-09-01T15:40:50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67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Haq Mohammed" userId="1a089da6113e9688" providerId="LiveId" clId="{4340EE35-6264-4B12-A699-334EC1E84CB3}"/>
    <pc:docChg chg="undo custSel modSld modMainMaster">
      <pc:chgData name="Abdul Haq Mohammed" userId="1a089da6113e9688" providerId="LiveId" clId="{4340EE35-6264-4B12-A699-334EC1E84CB3}" dt="2026-09-01T15:40:50.239" v="202"/>
      <pc:docMkLst>
        <pc:docMk/>
      </pc:docMkLst>
      <pc:sldChg chg="addSp delSp modSp mod modTransition">
        <pc:chgData name="Abdul Haq Mohammed" userId="1a089da6113e9688" providerId="LiveId" clId="{4340EE35-6264-4B12-A699-334EC1E84CB3}" dt="2026-09-01T15:40:13.171" v="197"/>
        <pc:sldMkLst>
          <pc:docMk/>
          <pc:sldMk cId="0" sldId="281"/>
        </pc:sldMkLst>
        <pc:spChg chg="add mod">
          <ac:chgData name="Abdul Haq Mohammed" userId="1a089da6113e9688" providerId="LiveId" clId="{4340EE35-6264-4B12-A699-334EC1E84CB3}" dt="2026-09-01T15:20:28.614" v="123" actId="767"/>
          <ac:spMkLst>
            <pc:docMk/>
            <pc:sldMk cId="0" sldId="281"/>
            <ac:spMk id="2" creationId="{8B111C89-C44F-B5C5-D08D-54D236541313}"/>
          </ac:spMkLst>
        </pc:spChg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0" sldId="281"/>
            <ac:spMk id="6" creationId="{00000000-0000-0000-0000-000000000000}"/>
          </ac:spMkLst>
        </pc:spChg>
        <pc:spChg chg="add del mod">
          <ac:chgData name="Abdul Haq Mohammed" userId="1a089da6113e9688" providerId="LiveId" clId="{4340EE35-6264-4B12-A699-334EC1E84CB3}" dt="2026-09-01T14:39:10.054" v="61"/>
          <ac:spMkLst>
            <pc:docMk/>
            <pc:sldMk cId="0" sldId="281"/>
            <ac:spMk id="10" creationId="{F58A878F-7C3F-EFAF-3A5A-A19CBF2A23A5}"/>
          </ac:spMkLst>
        </pc:spChg>
        <pc:spChg chg="mod">
          <ac:chgData name="Abdul Haq Mohammed" userId="1a089da6113e9688" providerId="LiveId" clId="{4340EE35-6264-4B12-A699-334EC1E84CB3}" dt="2026-09-01T15:21:02.782" v="144" actId="6559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Abdul Haq Mohammed" userId="1a089da6113e9688" providerId="LiveId" clId="{4340EE35-6264-4B12-A699-334EC1E84CB3}" dt="2026-09-01T15:20:49.242" v="143" actId="20577"/>
          <ac:spMkLst>
            <pc:docMk/>
            <pc:sldMk cId="0" sldId="281"/>
            <ac:spMk id="15362" creationId="{00000000-0000-0000-0000-000000000000}"/>
          </ac:spMkLst>
        </pc:spChg>
        <pc:picChg chg="add del mod">
          <ac:chgData name="Abdul Haq Mohammed" userId="1a089da6113e9688" providerId="LiveId" clId="{4340EE35-6264-4B12-A699-334EC1E84CB3}" dt="2026-09-01T14:34:56.826" v="48" actId="21"/>
          <ac:picMkLst>
            <pc:docMk/>
            <pc:sldMk cId="0" sldId="281"/>
            <ac:picMk id="3" creationId="{13CED4A9-CF9B-ADFE-56E6-E08F337B8073}"/>
          </ac:picMkLst>
        </pc:picChg>
        <pc:picChg chg="add mod">
          <ac:chgData name="Abdul Haq Mohammed" userId="1a089da6113e9688" providerId="LiveId" clId="{4340EE35-6264-4B12-A699-334EC1E84CB3}" dt="2026-09-01T15:08:40.420" v="117" actId="14861"/>
          <ac:picMkLst>
            <pc:docMk/>
            <pc:sldMk cId="0" sldId="281"/>
            <ac:picMk id="5" creationId="{B99A5F95-06C0-89F0-2DAF-9291E15E19F6}"/>
          </ac:picMkLst>
        </pc:picChg>
        <pc:picChg chg="mod">
          <ac:chgData name="Abdul Haq Mohammed" userId="1a089da6113e9688" providerId="LiveId" clId="{4340EE35-6264-4B12-A699-334EC1E84CB3}" dt="2026-09-01T14:50:48.526" v="80" actId="14100"/>
          <ac:picMkLst>
            <pc:docMk/>
            <pc:sldMk cId="0" sldId="281"/>
            <ac:picMk id="8" creationId="{1DBD2086-1E0F-B794-8C48-6C45C0E82C30}"/>
          </ac:picMkLst>
        </pc:picChg>
      </pc:sldChg>
      <pc:sldChg chg="addSp delSp modSp mod modTransition">
        <pc:chgData name="Abdul Haq Mohammed" userId="1a089da6113e9688" providerId="LiveId" clId="{4340EE35-6264-4B12-A699-334EC1E84CB3}" dt="2026-09-01T15:40:35.789" v="198"/>
        <pc:sldMkLst>
          <pc:docMk/>
          <pc:sldMk cId="0" sldId="290"/>
        </pc:sldMkLst>
        <pc:spChg chg="add del mod">
          <ac:chgData name="Abdul Haq Mohammed" userId="1a089da6113e9688" providerId="LiveId" clId="{4340EE35-6264-4B12-A699-334EC1E84CB3}" dt="2026-09-01T14:44:04.591" v="69"/>
          <ac:spMkLst>
            <pc:docMk/>
            <pc:sldMk cId="0" sldId="290"/>
            <ac:spMk id="4" creationId="{29415344-CD8D-1F44-43DD-8C0C82294CE6}"/>
          </ac:spMkLst>
        </pc:spChg>
        <pc:spChg chg="add del mod">
          <ac:chgData name="Abdul Haq Mohammed" userId="1a089da6113e9688" providerId="LiveId" clId="{4340EE35-6264-4B12-A699-334EC1E84CB3}" dt="2026-09-01T14:44:57.551" v="72"/>
          <ac:spMkLst>
            <pc:docMk/>
            <pc:sldMk cId="0" sldId="290"/>
            <ac:spMk id="5" creationId="{15B507E0-E952-8407-FCAB-565D262C1A1A}"/>
          </ac:spMkLst>
        </pc:spChg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0" sldId="290"/>
            <ac:spMk id="6" creationId="{00000000-0000-0000-0000-000000000000}"/>
          </ac:spMkLst>
        </pc:spChg>
        <pc:spChg chg="mod">
          <ac:chgData name="Abdul Haq Mohammed" userId="1a089da6113e9688" providerId="LiveId" clId="{4340EE35-6264-4B12-A699-334EC1E84CB3}" dt="2026-09-01T14:53:18.678" v="92" actId="1076"/>
          <ac:spMkLst>
            <pc:docMk/>
            <pc:sldMk cId="0" sldId="290"/>
            <ac:spMk id="16" creationId="{2E99C484-9CBD-82F2-D2D0-21F2BCC20EDB}"/>
          </ac:spMkLst>
        </pc:spChg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Abdul Haq Mohammed" userId="1a089da6113e9688" providerId="LiveId" clId="{4340EE35-6264-4B12-A699-334EC1E84CB3}" dt="2026-09-01T15:06:30.978" v="115" actId="14861"/>
          <ac:picMkLst>
            <pc:docMk/>
            <pc:sldMk cId="0" sldId="290"/>
            <ac:picMk id="3" creationId="{3A2F192E-2F82-60B8-51C2-010D718E430D}"/>
          </ac:picMkLst>
        </pc:picChg>
        <pc:picChg chg="mod">
          <ac:chgData name="Abdul Haq Mohammed" userId="1a089da6113e9688" providerId="LiveId" clId="{4340EE35-6264-4B12-A699-334EC1E84CB3}" dt="2026-09-01T14:51:15.350" v="82" actId="14100"/>
          <ac:picMkLst>
            <pc:docMk/>
            <pc:sldMk cId="0" sldId="290"/>
            <ac:picMk id="9" creationId="{172BF9EA-498F-B212-1698-75FFDF9C55A9}"/>
          </ac:picMkLst>
        </pc:picChg>
      </pc:sldChg>
      <pc:sldChg chg="delSp modSp mod modTransition delDesignElem">
        <pc:chgData name="Abdul Haq Mohammed" userId="1a089da6113e9688" providerId="LiveId" clId="{4340EE35-6264-4B12-A699-334EC1E84CB3}" dt="2026-09-01T15:34:58.582" v="173"/>
        <pc:sldMkLst>
          <pc:docMk/>
          <pc:sldMk cId="0" sldId="291"/>
        </pc:sldMkLst>
        <pc:spChg chg="mod">
          <ac:chgData name="Abdul Haq Mohammed" userId="1a089da6113e9688" providerId="LiveId" clId="{4340EE35-6264-4B12-A699-334EC1E84CB3}" dt="2026-09-01T15:14:45.222" v="122" actId="1076"/>
          <ac:spMkLst>
            <pc:docMk/>
            <pc:sldMk cId="0" sldId="291"/>
            <ac:spMk id="10" creationId="{00000000-0000-0000-0000-000000000000}"/>
          </ac:spMkLst>
        </pc:spChg>
        <pc:spChg chg="del">
          <ac:chgData name="Abdul Haq Mohammed" userId="1a089da6113e9688" providerId="LiveId" clId="{4340EE35-6264-4B12-A699-334EC1E84CB3}" dt="2026-09-01T14:49:03.762" v="74"/>
          <ac:spMkLst>
            <pc:docMk/>
            <pc:sldMk cId="0" sldId="291"/>
            <ac:spMk id="36" creationId="{3E443FD7-A66B-4AA0-872D-B088B9BC5F17}"/>
          </ac:spMkLst>
        </pc:spChg>
        <pc:spChg chg="del">
          <ac:chgData name="Abdul Haq Mohammed" userId="1a089da6113e9688" providerId="LiveId" clId="{4340EE35-6264-4B12-A699-334EC1E84CB3}" dt="2026-09-01T14:49:03.762" v="74"/>
          <ac:spMkLst>
            <pc:docMk/>
            <pc:sldMk cId="0" sldId="291"/>
            <ac:spMk id="37" creationId="{C04BE0EF-3561-49B4-9A29-F283168A91C7}"/>
          </ac:spMkLst>
        </pc:spChg>
        <pc:picChg chg="mod">
          <ac:chgData name="Abdul Haq Mohammed" userId="1a089da6113e9688" providerId="LiveId" clId="{4340EE35-6264-4B12-A699-334EC1E84CB3}" dt="2026-09-01T15:14:38.950" v="121" actId="1076"/>
          <ac:picMkLst>
            <pc:docMk/>
            <pc:sldMk cId="0" sldId="291"/>
            <ac:picMk id="5" creationId="{9120848B-B2B4-45BE-A961-AEC0B06CF41B}"/>
          </ac:picMkLst>
        </pc:picChg>
      </pc:sldChg>
      <pc:sldChg chg="modSp mod modTransition">
        <pc:chgData name="Abdul Haq Mohammed" userId="1a089da6113e9688" providerId="LiveId" clId="{4340EE35-6264-4B12-A699-334EC1E84CB3}" dt="2026-09-01T15:40:40.084" v="199"/>
        <pc:sldMkLst>
          <pc:docMk/>
          <pc:sldMk cId="3753387913" sldId="293"/>
        </pc:sldMkLst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3753387913" sldId="293"/>
            <ac:spMk id="6" creationId="{00000000-0000-0000-0000-000000000000}"/>
          </ac:spMkLst>
        </pc:spChg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3753387913" sldId="293"/>
            <ac:spMk id="17409" creationId="{00000000-0000-0000-0000-000000000000}"/>
          </ac:spMkLst>
        </pc:spChg>
        <pc:picChg chg="mod">
          <ac:chgData name="Abdul Haq Mohammed" userId="1a089da6113e9688" providerId="LiveId" clId="{4340EE35-6264-4B12-A699-334EC1E84CB3}" dt="2026-09-01T14:53:31.237" v="94" actId="14100"/>
          <ac:picMkLst>
            <pc:docMk/>
            <pc:sldMk cId="3753387913" sldId="293"/>
            <ac:picMk id="5" creationId="{4B04A168-FC37-7641-9E48-A04FC498323E}"/>
          </ac:picMkLst>
        </pc:picChg>
        <pc:picChg chg="mod">
          <ac:chgData name="Abdul Haq Mohammed" userId="1a089da6113e9688" providerId="LiveId" clId="{4340EE35-6264-4B12-A699-334EC1E84CB3}" dt="2026-09-01T14:53:47.991" v="97" actId="1076"/>
          <ac:picMkLst>
            <pc:docMk/>
            <pc:sldMk cId="3753387913" sldId="293"/>
            <ac:picMk id="13" creationId="{98C5B151-DE4C-C86D-4209-8698415521D6}"/>
          </ac:picMkLst>
        </pc:picChg>
      </pc:sldChg>
      <pc:sldChg chg="addSp modSp mod modTransition">
        <pc:chgData name="Abdul Haq Mohammed" userId="1a089da6113e9688" providerId="LiveId" clId="{4340EE35-6264-4B12-A699-334EC1E84CB3}" dt="2026-09-01T15:40:46.970" v="201"/>
        <pc:sldMkLst>
          <pc:docMk/>
          <pc:sldMk cId="2997144140" sldId="294"/>
        </pc:sldMkLst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2997144140" sldId="294"/>
            <ac:spMk id="6" creationId="{00000000-0000-0000-0000-000000000000}"/>
          </ac:spMkLst>
        </pc:spChg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2997144140" sldId="294"/>
            <ac:spMk id="17409" creationId="{00000000-0000-0000-0000-000000000000}"/>
          </ac:spMkLst>
        </pc:spChg>
        <pc:picChg chg="add mod">
          <ac:chgData name="Abdul Haq Mohammed" userId="1a089da6113e9688" providerId="LiveId" clId="{4340EE35-6264-4B12-A699-334EC1E84CB3}" dt="2026-09-01T15:09:04.702" v="120" actId="1076"/>
          <ac:picMkLst>
            <pc:docMk/>
            <pc:sldMk cId="2997144140" sldId="294"/>
            <ac:picMk id="3" creationId="{17431E39-528E-E557-7D78-DB2832CA03DF}"/>
          </ac:picMkLst>
        </pc:picChg>
        <pc:picChg chg="mod">
          <ac:chgData name="Abdul Haq Mohammed" userId="1a089da6113e9688" providerId="LiveId" clId="{4340EE35-6264-4B12-A699-334EC1E84CB3}" dt="2026-09-01T15:01:48.134" v="112" actId="14100"/>
          <ac:picMkLst>
            <pc:docMk/>
            <pc:sldMk cId="2997144140" sldId="294"/>
            <ac:picMk id="5" creationId="{C726EB1A-CC10-FCFC-23D6-42D22A9FF532}"/>
          </ac:picMkLst>
        </pc:picChg>
        <pc:picChg chg="mod">
          <ac:chgData name="Abdul Haq Mohammed" userId="1a089da6113e9688" providerId="LiveId" clId="{4340EE35-6264-4B12-A699-334EC1E84CB3}" dt="2026-09-01T15:08:59.813" v="119" actId="1076"/>
          <ac:picMkLst>
            <pc:docMk/>
            <pc:sldMk cId="2997144140" sldId="294"/>
            <ac:picMk id="11" creationId="{00000000-0000-0000-0000-000000000000}"/>
          </ac:picMkLst>
        </pc:picChg>
      </pc:sldChg>
      <pc:sldChg chg="modSp mod modTransition">
        <pc:chgData name="Abdul Haq Mohammed" userId="1a089da6113e9688" providerId="LiveId" clId="{4340EE35-6264-4B12-A699-334EC1E84CB3}" dt="2026-09-01T15:40:50.239" v="202"/>
        <pc:sldMkLst>
          <pc:docMk/>
          <pc:sldMk cId="3916788613" sldId="296"/>
        </pc:sldMkLst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3916788613" sldId="296"/>
            <ac:spMk id="6" creationId="{00000000-0000-0000-0000-000000000000}"/>
          </ac:spMkLst>
        </pc:spChg>
        <pc:spChg chg="mod">
          <ac:chgData name="Abdul Haq Mohammed" userId="1a089da6113e9688" providerId="LiveId" clId="{4340EE35-6264-4B12-A699-334EC1E84CB3}" dt="2026-09-01T14:50:57.001" v="81"/>
          <ac:spMkLst>
            <pc:docMk/>
            <pc:sldMk cId="3916788613" sldId="296"/>
            <ac:spMk id="17409" creationId="{00000000-0000-0000-0000-000000000000}"/>
          </ac:spMkLst>
        </pc:spChg>
        <pc:picChg chg="mod">
          <ac:chgData name="Abdul Haq Mohammed" userId="1a089da6113e9688" providerId="LiveId" clId="{4340EE35-6264-4B12-A699-334EC1E84CB3}" dt="2026-09-01T15:01:55.197" v="113" actId="14100"/>
          <ac:picMkLst>
            <pc:docMk/>
            <pc:sldMk cId="3916788613" sldId="296"/>
            <ac:picMk id="8" creationId="{6DBEAE20-F4EB-CFAE-3C3A-DFF90BDEE124}"/>
          </ac:picMkLst>
        </pc:picChg>
      </pc:sldChg>
      <pc:sldChg chg="modTransition">
        <pc:chgData name="Abdul Haq Mohammed" userId="1a089da6113e9688" providerId="LiveId" clId="{4340EE35-6264-4B12-A699-334EC1E84CB3}" dt="2026-09-01T15:40:43.787" v="200"/>
        <pc:sldMkLst>
          <pc:docMk/>
          <pc:sldMk cId="873104209" sldId="297"/>
        </pc:sldMkLst>
      </pc:sldChg>
      <pc:sldMasterChg chg="modSldLayout">
        <pc:chgData name="Abdul Haq Mohammed" userId="1a089da6113e9688" providerId="LiveId" clId="{4340EE35-6264-4B12-A699-334EC1E84CB3}" dt="2026-09-01T14:50:10.215" v="75"/>
        <pc:sldMasterMkLst>
          <pc:docMk/>
          <pc:sldMasterMk cId="1564689455" sldId="2147483672"/>
        </pc:sldMasterMkLst>
        <pc:sldLayoutChg chg="delSp">
          <pc:chgData name="Abdul Haq Mohammed" userId="1a089da6113e9688" providerId="LiveId" clId="{4340EE35-6264-4B12-A699-334EC1E84CB3}" dt="2026-09-01T14:50:10.215" v="75"/>
          <pc:sldLayoutMkLst>
            <pc:docMk/>
            <pc:sldMasterMk cId="1564689455" sldId="2147483672"/>
            <pc:sldLayoutMk cId="43046213" sldId="2147483700"/>
          </pc:sldLayoutMkLst>
          <pc:spChg chg="del">
            <ac:chgData name="Abdul Haq Mohammed" userId="1a089da6113e9688" providerId="LiveId" clId="{4340EE35-6264-4B12-A699-334EC1E84CB3}" dt="2026-09-01T14:50:10.215" v="75"/>
            <ac:spMkLst>
              <pc:docMk/>
              <pc:sldMasterMk cId="1564689455" sldId="2147483672"/>
              <pc:sldLayoutMk cId="43046213" sldId="2147483700"/>
              <ac:spMk id="7" creationId="{00000000-0000-0000-0000-000000000000}"/>
            </ac:spMkLst>
          </pc:spChg>
          <pc:spChg chg="del">
            <ac:chgData name="Abdul Haq Mohammed" userId="1a089da6113e9688" providerId="LiveId" clId="{4340EE35-6264-4B12-A699-334EC1E84CB3}" dt="2026-09-01T14:50:10.215" v="75"/>
            <ac:spMkLst>
              <pc:docMk/>
              <pc:sldMasterMk cId="1564689455" sldId="2147483672"/>
              <pc:sldLayoutMk cId="43046213" sldId="2147483700"/>
              <ac:spMk id="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81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244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176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5219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878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37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747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188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099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70246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98654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61553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24056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45170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53240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12028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53706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299670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657623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014809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67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158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099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809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599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876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79028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652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69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6468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hf hd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7170236" y="2196807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8770" y="166062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NOVA</a:t>
            </a:r>
            <a:endParaRPr lang="en-IN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86039" y="349626"/>
            <a:ext cx="10972800" cy="1143000"/>
          </a:xfrm>
        </p:spPr>
        <p:txBody>
          <a:bodyPr/>
          <a:lstStyle/>
          <a:p>
            <a:r>
              <a:rPr lang="en-IN" sz="4800" b="1" spc="600" dirty="0"/>
              <a:t>ENERGY EYE</a:t>
            </a:r>
            <a:endParaRPr lang="en-US" sz="4800" b="1" i="1" spc="600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636422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br>
              <a:rPr lang="en-IN" sz="2400" dirty="0"/>
            </a:br>
            <a:r>
              <a:rPr lang="en-IN" sz="2400" i="1" dirty="0"/>
              <a:t>AI-Powered Smart Campus Energy Management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Detect energy wastage in empty classrooms.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b="1" dirty="0"/>
              <a:t>CCTV + Energy Meter + Timetable + Solar Data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AI analyzes usage and identifies possible wastage.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Dashboard provides </a:t>
            </a:r>
            <a:r>
              <a:rPr lang="en-IN" sz="2400" b="1" dirty="0"/>
              <a:t>monitoring and alerts</a:t>
            </a:r>
            <a:r>
              <a:rPr lang="en-IN" sz="2400" dirty="0"/>
              <a:t>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BD2086-1E0F-B794-8C48-6C45C0E82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6050" y="-9517"/>
            <a:ext cx="995834" cy="89036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9A5F95-06C0-89F0-2DAF-9291E15E1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200" y="1937358"/>
            <a:ext cx="5827776" cy="40487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111C89-C44F-B5C5-D08D-54D236541313}"/>
              </a:ext>
            </a:extLst>
          </p:cNvPr>
          <p:cNvSpPr txBox="1"/>
          <p:nvPr/>
        </p:nvSpPr>
        <p:spPr>
          <a:xfrm>
            <a:off x="3942735" y="10618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2BF9EA-498F-B212-1698-75FFDF9C5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97722"/>
            <a:ext cx="1104674" cy="92029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E99C484-9CBD-82F2-D2D0-21F2BCC20EDB}"/>
              </a:ext>
            </a:extLst>
          </p:cNvPr>
          <p:cNvSpPr txBox="1"/>
          <p:nvPr/>
        </p:nvSpPr>
        <p:spPr>
          <a:xfrm>
            <a:off x="100669" y="1913258"/>
            <a:ext cx="70726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CCTV Camera</a:t>
            </a:r>
            <a:r>
              <a:rPr lang="en-IN" dirty="0"/>
              <a:t> → Detects whether people are present in the classroom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Energy Meter + ESP32</a:t>
            </a:r>
            <a:r>
              <a:rPr lang="en-IN" dirty="0"/>
              <a:t> → Measures electricity consumption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Solar System</a:t>
            </a:r>
            <a:r>
              <a:rPr lang="en-IN" dirty="0"/>
              <a:t> → Monitors renewable energy generation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College Timetable</a:t>
            </a:r>
            <a:r>
              <a:rPr lang="en-IN" dirty="0"/>
              <a:t> → Checks whether the classroom is scheduled for use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AI Analysis</a:t>
            </a:r>
            <a:r>
              <a:rPr lang="en-IN" dirty="0"/>
              <a:t> → Combines all the collected information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Wastage Detection + Cost Estimation</a:t>
            </a:r>
            <a:r>
              <a:rPr lang="en-IN" dirty="0"/>
              <a:t> → Identifies possible wastage and calculates the estimated cost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Dashboard + Notification</a:t>
            </a:r>
            <a:r>
              <a:rPr lang="en-IN" dirty="0"/>
              <a:t> → Displays the results and alerts authorized staff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2F192E-2F82-60B8-51C2-010D718E4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897" y="1991698"/>
            <a:ext cx="5051434" cy="41688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5592" y="1971122"/>
            <a:ext cx="503224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Uses </a:t>
            </a:r>
            <a:r>
              <a:rPr lang="en-IN" sz="2400" b="1" dirty="0"/>
              <a:t>existing CCTV infrastructure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Low-cost </a:t>
            </a:r>
            <a:r>
              <a:rPr lang="en-IN" sz="2400" b="1" dirty="0"/>
              <a:t>ESP32 + energy monitoring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Prototype possible with </a:t>
            </a:r>
            <a:r>
              <a:rPr lang="en-IN" sz="2400" b="1" dirty="0"/>
              <a:t>one classroom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Can reduce electricity costs.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Easily scalable to the </a:t>
            </a:r>
            <a:r>
              <a:rPr lang="en-IN" sz="2400" b="1" dirty="0"/>
              <a:t>entire campus</a:t>
            </a:r>
            <a:r>
              <a:rPr lang="en-IN" sz="2400" dirty="0"/>
              <a:t>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04A168-FC37-7641-9E48-A04FC4983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97722"/>
            <a:ext cx="1047304" cy="93638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C5B151-DE4C-C86D-4209-869841552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529" y="1941933"/>
            <a:ext cx="5888617" cy="421197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nergy-eye-whiteboard-explainer">
            <a:hlinkClick r:id="" action="ppaction://media"/>
            <a:extLst>
              <a:ext uri="{FF2B5EF4-FFF2-40B4-BE49-F238E27FC236}">
                <a16:creationId xmlns:a16="http://schemas.microsoft.com/office/drawing/2014/main" id="{8ED67A80-189F-7618-22AC-39B5B3FC723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376" end="5538"/>
                  <p14:fade out="7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0420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8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 showWhenStopped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3296" y="1995004"/>
            <a:ext cx="6534392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⚡ Reduces energy wastage.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☀️ Improves solar-energy utilization.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💰 Saves electricity costs.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🌱 Supports sustainable campuses.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📊 Enables data-driven energy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🏫 Scalable to schools, colleges &amp; offices.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26EB1A-CC10-FCFC-23D6-42D22A9FF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97721"/>
            <a:ext cx="1096465" cy="98033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431E39-528E-E557-7D78-DB2832CA0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200" y="1931734"/>
            <a:ext cx="5692878" cy="43136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BEAE20-F4EB-CFAE-3C3A-DFF90BDEE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97722"/>
            <a:ext cx="1080563" cy="9661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48D844-42DC-4A30-AE62-D13F1DAD691C}">
  <we:reference id="wa200007130" version="1.0.0.1" store="en-IN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7694</TotalTime>
  <Words>263</Words>
  <Application>Microsoft Office PowerPoint</Application>
  <PresentationFormat>Widescreen</PresentationFormat>
  <Paragraphs>47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Aptos</vt:lpstr>
      <vt:lpstr>Arial</vt:lpstr>
      <vt:lpstr>Calibri</vt:lpstr>
      <vt:lpstr>Garamond</vt:lpstr>
      <vt:lpstr>Haettenschweiler</vt:lpstr>
      <vt:lpstr>Times New Roman</vt:lpstr>
      <vt:lpstr>Trade Gothic Next Light</vt:lpstr>
      <vt:lpstr>TradeGothic</vt:lpstr>
      <vt:lpstr>Editorial</vt:lpstr>
      <vt:lpstr>SMART INDIA HACKATHON 2026</vt:lpstr>
      <vt:lpstr>ENERGY EYE</vt:lpstr>
      <vt:lpstr>TECHNICAL APPROACH</vt:lpstr>
      <vt:lpstr>FEASIBILITY AND VIABILITY</vt:lpstr>
      <vt:lpstr>PowerPoint Presentation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Abdul Haq Mohammed</cp:lastModifiedBy>
  <cp:revision>155</cp:revision>
  <dcterms:created xsi:type="dcterms:W3CDTF">2013-12-12T18:46:50Z</dcterms:created>
  <dcterms:modified xsi:type="dcterms:W3CDTF">2026-09-01T15:44:13Z</dcterms:modified>
  <cp:category/>
</cp:coreProperties>
</file>